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c68e1f4f0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c68e1f4f0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d068e827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d068e827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d068e8273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d068e8273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c68e1f4f05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c68e1f4f05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d068e8273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d068e8273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d068e8273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d068e8273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Comic Sans MS"/>
                <a:ea typeface="Comic Sans MS"/>
                <a:cs typeface="Comic Sans MS"/>
                <a:sym typeface="Comic Sans MS"/>
              </a:rPr>
              <a:t>What is Star Schema and Snowflake Schema?</a:t>
            </a:r>
            <a:endParaRPr sz="27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Comic Sans MS"/>
                <a:ea typeface="Comic Sans MS"/>
                <a:cs typeface="Comic Sans MS"/>
                <a:sym typeface="Comic Sans MS"/>
              </a:rPr>
              <a:t>                               -Aishwarya Madan.Borkar</a:t>
            </a:r>
            <a:endParaRPr sz="27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What is a Fact table?</a:t>
            </a:r>
            <a:endParaRPr b="1" u="sng"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 is made up of values that can be </a:t>
            </a:r>
            <a:r>
              <a:rPr lang="en" b="1"/>
              <a:t>summarized</a:t>
            </a:r>
            <a:r>
              <a:rPr lang="en"/>
              <a:t> and </a:t>
            </a:r>
            <a:r>
              <a:rPr lang="en" b="1"/>
              <a:t>aggregated</a:t>
            </a:r>
            <a:r>
              <a:rPr lang="en"/>
              <a:t>,as well as one or more keys that link to the dimension tables.Keys are used to make connection between the tables.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you have complex data models or large volumes of data,it is good to have keys to be numeric rather then string as this can improve the performance of the model.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fact table must be narrow and include a few columns as possible.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What is a Dimension table?</a:t>
            </a:r>
            <a:endParaRPr b="1" u="sng"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5192D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Dimension tables </a:t>
            </a:r>
            <a:r>
              <a:rPr lang="en" b="1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describe the features</a:t>
            </a:r>
            <a:r>
              <a:rPr lang="en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of the dataset, where features are logically grouped together in separate tables to avoid bloating a single table or making it difficult to create relationships. </a:t>
            </a:r>
            <a:endParaRPr>
              <a:solidFill>
                <a:srgbClr val="05192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5192D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dimension tables should contain unique values for the features they are describing, and their columns will be responsible for filtering or grouping the data in the Power BI report. 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353625" y="160725"/>
            <a:ext cx="8636700" cy="43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>
                <a:latin typeface="Montserrat"/>
                <a:ea typeface="Montserrat"/>
                <a:cs typeface="Montserrat"/>
                <a:sym typeface="Montserrat"/>
              </a:rPr>
              <a:t>Star Schema</a:t>
            </a:r>
            <a:endParaRPr sz="2400" b="1" u="sng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A Star Schema is made up of a </a:t>
            </a: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central fact table </a:t>
            </a: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with </a:t>
            </a: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multiple dimension tables</a:t>
            </a: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 branching off of this fact table,</a:t>
            </a: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like appearance of a star.</a:t>
            </a:r>
            <a:endParaRPr sz="2400" b="1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en" sz="2400">
                <a:latin typeface="Montserrat"/>
                <a:ea typeface="Montserrat"/>
                <a:cs typeface="Montserrat"/>
                <a:sym typeface="Montserrat"/>
              </a:rPr>
              <a:t>It is a good practice to have only one fact table in a data model.However it is possible to include multiple fact tables in Power Bi.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Snowflake Schema</a:t>
            </a:r>
            <a:endParaRPr b="1" u="sng"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5192D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 extension of the star schema is the snowflake schema. </a:t>
            </a:r>
            <a:endParaRPr>
              <a:solidFill>
                <a:srgbClr val="05192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5192D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this approach, the dimension tables are further divided if a feature has any </a:t>
            </a:r>
            <a:r>
              <a:rPr lang="en" b="1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further categories or subcategories.</a:t>
            </a:r>
            <a:endParaRPr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What is normalization of data?</a:t>
            </a:r>
            <a:endParaRPr b="1" u="sng"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 b="1" i="1"/>
              <a:t>Any columns that describe the features of the dataset should be separated from the fact table into their respective dimension tables.This process is called as normalization of data,to avoid repetitions.</a:t>
            </a:r>
            <a:endParaRPr sz="2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On-screen Show (16:9)</PresentationFormat>
  <Paragraphs>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Comic Sans MS</vt:lpstr>
      <vt:lpstr>Roboto</vt:lpstr>
      <vt:lpstr>Montserrat</vt:lpstr>
      <vt:lpstr>Geometric</vt:lpstr>
      <vt:lpstr>What is Star Schema and Snowflake Schema?                                -Aishwarya Madan.Borkar</vt:lpstr>
      <vt:lpstr>What is a Fact table?</vt:lpstr>
      <vt:lpstr>What is a Dimension table?</vt:lpstr>
      <vt:lpstr>PowerPoint Presentation</vt:lpstr>
      <vt:lpstr>Snowflake Schema</vt:lpstr>
      <vt:lpstr>What is normalization of data?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Aishwarya</cp:lastModifiedBy>
  <cp:revision>1</cp:revision>
  <dcterms:modified xsi:type="dcterms:W3CDTF">2026-10-26T17:15:18Z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2026-10-26T17:15:18Z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e4ee00ff-7efd-4d46-9b6a-9b41ea290be1</vt:lpwstr>
  </property>
  <property fmtid="{D5CDD505-2E9C-101B-9397-08002B2CF9AE}" pid="7" name="MSIP_Label_defa4170-0d19-0005-0004-bc88714345d2_ActionId">
    <vt:lpwstr>213455f6-8df8-484b-9ccd-eec9c3db41b4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